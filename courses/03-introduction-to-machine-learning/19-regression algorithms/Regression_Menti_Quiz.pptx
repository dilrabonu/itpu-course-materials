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MSE (mean squared error)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0.788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D) Inverting XᵀX is too slow and needs too much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Overfitting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Unstable, cancelling weights (multicollinearity)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λ × Σ w²  (sum of squared weights)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D) Lasso (L1)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Standardise (scale) the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C) Shrinks all weights to ~0 and underfits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A) Classification (yes / no)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B) 0.5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D) 0.2 (flag more transactions)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Quiz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9: Regression Algorithms  |  12 questions  |  Leaderboard challenge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correct answers earn more points. Join at menti.com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Teacher: Menti setup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build this quiz in Menti (delete this slide before sharing)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28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presentation -&gt; add slide -&gt; Quiz -&gt; 'Select answer'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70048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6700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7004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question and the 4 options from each slide; tick the correct one (in the speaker notes)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511296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511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1129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timer to 20 seconds (30 s for Q2 and Q3)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352544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352544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3525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5254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Leaderboard slide after Q4, Q8 and Q12 (one after each part)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5193792"/>
            <a:ext cx="11247120" cy="7315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5193792"/>
            <a:ext cx="731520" cy="7315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5193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1937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'Faster answers get more points'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 is trained by minimising...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(mean squared error)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features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30 seconds   |   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Model: productivity = 0.187 + 0.751 × target.  If target = 0.8, the prediction is...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0.788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30 seconds   |   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 we use gradient descent instead of the OLS formula on very large data?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gives wrong answers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needs no data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only works for classification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XᵀX is too slow and needs too much memory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MSE = 0.001, but test MSE = 0.40.  What happened?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model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simple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smv and no_of_workers have correlation 0.91.  In linear regression this causes...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Unstable, cancelling weights (multicollinearity)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- it is not a problem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Ridge (L2) regression adds this penalty to the MSE: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Σ w²  (sum of squared weights)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Σ |w|  (sum of absolute weights)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number of rows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the intercept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model can set a weight to EXACTLY zero and drop a feature?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using Ridge or Lasso, you must...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target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(scale) the features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random noise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intercept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λ (lambda) is VERY large, the model...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the training data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weights unchanged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weights to ~0 and underfits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logistic regression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 is mainly used for...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(yes / no)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number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number of features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sigmoid function gives σ(0) =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   |   20 seconds   |   Part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bank's fraud model: missing a fraud is very expensive.  Which threshold should it use?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(flag only when very sure)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6974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matter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4297680"/>
            <a:ext cx="5532120" cy="1371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429768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(flag more transactions)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Quiz - Menti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Key (teacher - delete before sharing)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508760" y="130759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307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1887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(mean squared error)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508760" y="217627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176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0574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26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508760" y="304495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0876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9260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XᵀX is too slow and needs too much memory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79476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508760" y="391363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37947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6634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508760" y="478231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508760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46634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Unstable, cancelling weights (multicollinearity)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5321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Q6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508760" y="565099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508760" y="5650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55321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× Σ w²  (sum of squared weights)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18872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46520" y="11887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Q7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269480" y="130759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269480" y="1307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11887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205740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20574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Q8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269480" y="217627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69480" y="2176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20574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(scale) the features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09360" y="292608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46520" y="2926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Q9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7269480" y="304495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26948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7955280" y="29260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weights to ~0 and underfits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09360" y="379476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46520" y="379476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Q10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7269480" y="391363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26948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7955280" y="37947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(yes / no)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09360" y="466344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46520" y="46634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Q11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7269480" y="478231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69480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7955280" y="46634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9360" y="5532120"/>
            <a:ext cx="54864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446520" y="55321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Q12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7269480" y="5650992"/>
            <a:ext cx="512064" cy="512064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269480" y="5650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2000" dirty="0"/>
          </a:p>
        </p:txBody>
      </p:sp>
      <p:sp>
        <p:nvSpPr>
          <p:cNvPr id="62" name="Text 60"/>
          <p:cNvSpPr txBox="1"/>
          <p:nvPr/>
        </p:nvSpPr>
        <p:spPr>
          <a:xfrm>
            <a:off x="7955280" y="55321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(flag more transactions)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2026-09-26T04:30:05Z</dcterms:created>
  <dcterms:modified xsi:type="dcterms:W3CDTF">2026-09-26T04:30:05Z</dcterms:modified>
</cp:coreProperties>
</file>