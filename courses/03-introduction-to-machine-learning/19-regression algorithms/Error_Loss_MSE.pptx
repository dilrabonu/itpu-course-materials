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question: how does a model know that it is wrong, and how does that number help it improve?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need: many predictions, one number to judge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team, one prediction, one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row. The last column feeds the 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name backwards: errors, squared,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plain average lies. Right: squares tell the truth and punish the big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attention to the biggest square: that is the point the line misses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Topic 7: the loss is the mountain; training walks down to the valley.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rule: errors want to be small, scores want to be big. And MSE needs a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gives the MSE its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student who memorised last year's answers gets 100% at home and fails the real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0.147 means the model is typically off by about 0.15 productivity. R² 0.25 means 25% better than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average mistake, very different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jumps in steps, so we cannot compute a gradient from it. That is why training uses log-loss.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situations, four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Answers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here would be 1 - 0.035/0.05 = 0.30.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these five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Error, Loss and MSE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a model knows it is wrong - and how it gets better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 |  Loss  |  MSE  |  RMSE  |  MAE  |  R²  |  Log-loss  |  Accuracy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7238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 question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 we need a loss?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96640" cy="3017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30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makes thousands of predictions. Some are good, some are bad. It cannot 'see' how well it is doing.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82440" y="1783080"/>
            <a:ext cx="3596640" cy="3017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Shape 8"/>
          <p:cNvSpPr/>
          <p:nvPr/>
        </p:nvSpPr>
        <p:spPr>
          <a:xfrm>
            <a:off x="428244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532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idea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65320" y="2606040"/>
            <a:ext cx="3230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all its mistakes into ONE number. That number is the LOSS.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07680" y="1783080"/>
            <a:ext cx="3596640" cy="3017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768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056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90560" y="2606040"/>
            <a:ext cx="3230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changes its weights to make this number smaller. That is learning.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5074920"/>
            <a:ext cx="82296" cy="10515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teacher checks 30 exams. The director asks "How is the class?" The teacher answers with ONE number: "the average is 72". A loss does the same for a model.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error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= how wrong ONE prediction is</a:t>
            </a:r>
            <a:endParaRPr lang="en-US" sz="2600" dirty="0"/>
          </a:p>
        </p:txBody>
      </p:sp>
      <p:pic>
        <p:nvPicPr>
          <p:cNvPr id="5" name="Image 0" descr="/home/claude/dl/error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513" y="1737360"/>
            <a:ext cx="9180494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983480"/>
            <a:ext cx="82296" cy="12801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real value - predicted value     |     Real productivity 0.80, model says 0.75     |     The model missed by 0.05     |     Positive error: predicted too low. Negative: too high.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belongs to ONE example.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loss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= all the errors turned into ONE number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77440" y="1783080"/>
            <a:ext cx="1920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783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1920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1783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1920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783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1920240" cy="64008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783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423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7168" y="2423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297680" y="2423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7408" y="2423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0" y="2423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7648" y="2423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138160" y="242316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7888" y="242316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92024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377440" y="3063240"/>
            <a:ext cx="192024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8716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97680" y="3063240"/>
            <a:ext cx="192024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0740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17920" y="3063240"/>
            <a:ext cx="192024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2764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138160" y="3063240"/>
            <a:ext cx="192024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47888" y="30632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37033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2377440" y="3703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87168" y="37033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297680" y="3703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07408" y="37033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217920" y="3703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27648" y="37033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-0.10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138160" y="3703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47888" y="37033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0.0100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0241280" y="1783080"/>
            <a:ext cx="1463040" cy="25603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241280" y="1783080"/>
            <a:ext cx="1463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0.0042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 = (0.0025 + 0.0000 + 0.0100) / 3 = 0.0042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teams, three errors -&gt; one number that describes the whole model.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MSE: Mean Squared Error in 3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777240" cy="777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example: real - predicted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61188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11680"/>
            <a:ext cx="777240" cy="777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SQUARE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error by itself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611880" cy="2377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011680"/>
            <a:ext cx="777240" cy="777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average of all the squares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  =  (1/n) × Σ (real - predicted)²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9C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tells you the recipe:  Mean  of the  Squared  Errors.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square?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 we square the errors?</a:t>
            </a:r>
            <a:endParaRPr lang="en-US" sz="2600" dirty="0"/>
          </a:p>
        </p:txBody>
      </p:sp>
      <p:pic>
        <p:nvPicPr>
          <p:cNvPr id="5" name="Image 0" descr="/home/claude/dl/cancel_vs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096" y="1737360"/>
            <a:ext cx="9151329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983480"/>
            <a:ext cx="82296" cy="12801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1: without squares, +0.05 and -0.10 cancel out and the average looks tiny     |     Reason 2: squares punish big mistakes more: 0.10 is 2x bigger than 0.05, but its square is 4x bigger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makes every error positive and makes big mistakes expensive.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 as a picture: the area of the red squares</a:t>
            </a:r>
            <a:endParaRPr lang="en-US" sz="2600" dirty="0"/>
          </a:p>
        </p:txBody>
      </p:sp>
      <p:pic>
        <p:nvPicPr>
          <p:cNvPr id="5" name="Image 0" descr="/home/claude/dl/residual_squ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171" y="1737360"/>
            <a:ext cx="4664378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dots = real values; the line = predictions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 square = one error, squared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the average area of the squares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line = smaller squares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line is the one with the smallest squares.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ML needs 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loss is the model's compass</a:t>
            </a:r>
            <a:endParaRPr lang="en-US" sz="2600" dirty="0"/>
          </a:p>
        </p:txBody>
      </p:sp>
      <p:pic>
        <p:nvPicPr>
          <p:cNvPr id="5" name="Image 0" descr="/home/claude/dl/mse_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26769"/>
            <a:ext cx="7223760" cy="39017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model predicts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 compute the loss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Gradient descent changes the weights to make the loss smaller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thousands of times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of the bowl = the best weights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loss, the model does not know which way to move.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or bad?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0 good, or is 100 good?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09260" cy="2651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550926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and losses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51435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RMSE, MAE, log-loss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is better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= 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means the model never makes a mistake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5060" y="1783080"/>
            <a:ext cx="5509260" cy="2651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6195060" y="1783080"/>
            <a:ext cx="550926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7940" y="1984248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scores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77940" y="2606040"/>
            <a:ext cx="51435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R²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is better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= 100% (accuracy) or 1 (R²)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11247120" cy="15087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663440"/>
            <a:ext cx="82296" cy="150876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5D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universal 'good' MSE: it depends on the UNITS.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1663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(0 to 1): our MSE is 0.0217.   House prices in dollars: a good model can have an MSE in the millions.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never judge an MSE alone - compare it with a baseline.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with the baseline</a:t>
            </a:r>
            <a:endParaRPr lang="en-US" sz="2600" dirty="0"/>
          </a:p>
        </p:txBody>
      </p:sp>
      <p:pic>
        <p:nvPicPr>
          <p:cNvPr id="5" name="Image 0" descr="/home/claude/dl/baseline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27458"/>
            <a:ext cx="7223760" cy="3500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the simplest model: always guess the average (0.74)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MSE = 0.0291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MSE = 0.0217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makes a 25% smaller error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useful if it beats the baseline. One AutoCode test checks exactly this.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Careful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Warning: training error = 0 is NOT a win</a:t>
            </a:r>
            <a:endParaRPr lang="en-US" sz="2600" dirty="0"/>
          </a:p>
        </p:txBody>
      </p:sp>
      <p:pic>
        <p:nvPicPr>
          <p:cNvPr id="5" name="Image 0" descr="/home/claude/dl/train_test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21093"/>
            <a:ext cx="7223760" cy="35130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keeps going down as the model gets more complex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goes down, then shoots up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MSE of 0 usually means the model memorised the data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judge the TEST error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that matters is the error on NEW data.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family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and quality measures you will meet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0" cy="60350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3474720" cy="60350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95728" y="178308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is calculated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783080"/>
            <a:ext cx="4480560" cy="60350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70448" y="1783080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tells you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41280" y="1783080"/>
            <a:ext cx="1463040" cy="603504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51008" y="178308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value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386584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0" y="2386584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95728" y="23865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60720" y="2386584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70448" y="2386584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error; big mistakes count a lot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241280" y="2386584"/>
            <a:ext cx="1463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51008" y="2386584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18288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990088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RMSE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286000" y="2990088"/>
            <a:ext cx="347472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95728" y="2990088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760720" y="2990088"/>
            <a:ext cx="448056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70448" y="2990088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error, in the ORIGINAL units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41280" y="2990088"/>
            <a:ext cx="146304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51008" y="2990088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593592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286000" y="3593592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95728" y="3593592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|errors|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760720" y="3593592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70448" y="3593592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size of a mistake; less sensitive to outliers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241280" y="3593592"/>
            <a:ext cx="1463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51008" y="359359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4197096"/>
            <a:ext cx="18288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4197096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286000" y="4197096"/>
            <a:ext cx="347472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95728" y="4197096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model MSE / baseline MSE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760720" y="4197096"/>
            <a:ext cx="448056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70448" y="4197096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 than always guessing the average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0241280" y="4197096"/>
            <a:ext cx="146304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351008" y="4197096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" y="4800600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Log-loss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286000" y="4800600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95728" y="480060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(Topic 9, Part 3)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760720" y="4800600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70448" y="4800600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confident wrong answers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0241280" y="4800600"/>
            <a:ext cx="1463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351008" y="480060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457200" y="5404104"/>
            <a:ext cx="182880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6928" y="5404104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286000" y="5404104"/>
            <a:ext cx="347472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95728" y="540410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/ all predictions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760720" y="5404104"/>
            <a:ext cx="448056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870448" y="5404104"/>
            <a:ext cx="4261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correct answers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0241280" y="5404104"/>
            <a:ext cx="1463040" cy="6035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351008" y="5404104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garment model:  MSE 0.0217   RMSE 0.147   R² 0.25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vs MSE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or MSE? The outlier test</a:t>
            </a:r>
            <a:endParaRPr lang="en-US" sz="2600" dirty="0"/>
          </a:p>
        </p:txBody>
      </p:sp>
      <p:pic>
        <p:nvPicPr>
          <p:cNvPr id="5" name="Image 0" descr="/home/claude/dl/mae_vs_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415" y="1737360"/>
            <a:ext cx="913469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983480"/>
            <a:ext cx="82296" cy="12801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have the same MAE: 0.10     |     But model B has one huge error     |     MSE notices it: 0.0292 vs 0.0100     |     MAE treats all errors equally; MSE punishes big ones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MSE when big mistakes are dangerous; use MAE when your data has many outliers.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vs metric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is for the model, metric is for people</a:t>
            </a:r>
            <a:endParaRPr lang="en-US" sz="2600" dirty="0"/>
          </a:p>
        </p:txBody>
      </p:sp>
      <p:pic>
        <p:nvPicPr>
          <p:cNvPr id="5" name="Image 0" descr="/home/claude/dl/log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21093"/>
            <a:ext cx="7223760" cy="35130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the model minimises it during training; it must be smooth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we report it to people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MSE (loss), RMSE or R² (metric)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log-loss (loss), accuracy (metric)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and wrong costs the most: p = 0.1 for a true 1 gives a log-loss of 2.30.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one when?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measure should I use?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4033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a regression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745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easy gradient, punishes big mistakes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26130" y="1783080"/>
            <a:ext cx="264033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332613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901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Explaining to people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9010" y="2606040"/>
            <a:ext cx="22745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or MAE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original units: 'we are off by about 0.15'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5060" y="1783080"/>
            <a:ext cx="264033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506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794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 outliers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77940" y="2606040"/>
            <a:ext cx="22745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crazy value does not dominate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3990" y="1783080"/>
            <a:ext cx="2640330" cy="3291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399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4687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46870" y="2606040"/>
            <a:ext cx="227457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log-loss,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always: compare with the baseline, and judge the TEST data.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950208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 |  2 minutes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turn: calculate the errors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0312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4904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|Error|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39496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468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Error²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10312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1284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4904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5876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9496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468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10312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1284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74904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5876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39496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0468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10312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1284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374904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5876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39496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0468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210312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1284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374904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5876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39496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0468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MAE = average of |errors| = 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06640" y="2240280"/>
            <a:ext cx="4297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740664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MSE = average of errors² = ?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06640" y="3337560"/>
            <a:ext cx="4297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40664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RMSE = √MSE = ?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06640" y="4434840"/>
            <a:ext cx="4297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7406640" y="5074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baseline MSE is 0.05. Is this model better?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06640" y="5532120"/>
            <a:ext cx="4297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0312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4904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|Error|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394960" y="1783080"/>
            <a:ext cx="1645920" cy="594360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4688" y="17830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Error²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10312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1284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4904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5876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9496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4688" y="237744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10312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1284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74904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5876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394960" y="297180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04688" y="29718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10312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1284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374904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5876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394960" y="356616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04688" y="3566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210312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1284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374904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5876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394960" y="4160520"/>
            <a:ext cx="1645920" cy="5943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04688" y="416052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406640" y="1783080"/>
            <a:ext cx="429768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6" name="Text 44"/>
          <p:cNvSpPr/>
          <p:nvPr/>
        </p:nvSpPr>
        <p:spPr>
          <a:xfrm>
            <a:off x="7543800" y="17830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 + 0.2 + 0.3 + 0) / 4 = 0.15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7406640" y="2743200"/>
            <a:ext cx="429768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8" name="Text 46"/>
          <p:cNvSpPr/>
          <p:nvPr/>
        </p:nvSpPr>
        <p:spPr>
          <a:xfrm>
            <a:off x="7543800" y="27432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(0.01 + 0.04 + 0.09 + 0) / 4 = 0.035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7406640" y="3703320"/>
            <a:ext cx="429768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0" name="Text 48"/>
          <p:cNvSpPr/>
          <p:nvPr/>
        </p:nvSpPr>
        <p:spPr>
          <a:xfrm>
            <a:off x="7543800" y="3703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√0.035 ≈ 0.187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7406640" y="4663440"/>
            <a:ext cx="4297680" cy="8229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2" name="Text 50"/>
          <p:cNvSpPr/>
          <p:nvPr/>
        </p:nvSpPr>
        <p:spPr>
          <a:xfrm>
            <a:off x="7543800" y="46634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Better?: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0.035 &lt; 0.05 (30% smaller error)</a:t>
            </a:r>
            <a:endParaRPr lang="en-US" sz="15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things to remember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8308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ONE prediction is: real - predicted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517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5176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turned into ONE number; the model makes it smaller while it learns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52044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squared errors: no cancelling, big mistakes cost more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38912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or 100?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38912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losses: 0 is best.  Accuracy and R²: bigger is best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5257800"/>
            <a:ext cx="11247120" cy="749808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2578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Judge fairly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25780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baseline, and always look at the TEST error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loss and MSE  |  how a model knows it is wrong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2026-09-27T10:58:11Z</dcterms:created>
  <dcterms:modified xsi:type="dcterms:W3CDTF">2026-09-27T10:58:11Z</dcterms:modified>
</cp:coreProperties>
</file>