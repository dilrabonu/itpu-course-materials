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4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Breakout Activity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0175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Operation Solves This?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real-world situation and pick the linear-algebra operation that solves it.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3-4   |   10 minutes   |   then justify your choices to the class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6517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mission in the breakout room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03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6 real-world situations on the scenarios slide.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9443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9443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944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one, choose the correct operation from the operation menu.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85616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7856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8561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78561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saying WHY that operation fits.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626864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46268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62686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6268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team worksheet (scenario -&gt; operation -&gt; why).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5468112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5468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4681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54681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explains 2 of your answers to the class.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6 - Linear Algebra | Breakout Activity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6517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 menu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from these 5 operations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57400"/>
            <a:ext cx="73152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3055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Dot product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0574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. x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05740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ONE list of features with weights -&gt; ONE number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80360"/>
            <a:ext cx="73152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88036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95351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Matrix x vector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88036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@ v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88036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transformation to ONE point / vector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703320"/>
            <a:ext cx="73152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70332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77647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Matrix x matrix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7033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@ B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70332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MANY points at once, or chain transformations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526280"/>
            <a:ext cx="73152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45262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5994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Transpose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45262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452628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rows and columns to line shapes up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5349240"/>
            <a:ext cx="73152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7200" y="534924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4223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Inverse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4389120" y="53492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inv(A)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534924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reverse a transformation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6 - Linear Algebra | Breakout Activity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6517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scenarios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 each situation to an operation (1-5)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65836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74520"/>
            <a:ext cx="731520" cy="65836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10149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ONE house price from its features (size, rooms, age) using learned weights.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65836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606040"/>
            <a:ext cx="731520" cy="65836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6060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06040"/>
            <a:ext cx="10149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 photo 90 degrees (move every pixel-point to a new position).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11247120" cy="65836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337560"/>
            <a:ext cx="731520" cy="65836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3375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37560"/>
            <a:ext cx="10149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predictions for 1000 customers at once, in a single step.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11247120" cy="65836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069080"/>
            <a:ext cx="731520" cy="65836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0690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069080"/>
            <a:ext cx="10149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 transformation to get back the original coordinates.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800600"/>
            <a:ext cx="11247120" cy="65836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800600"/>
            <a:ext cx="731520" cy="65836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8006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800600"/>
            <a:ext cx="10149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up a data matrix so its shape fits for X^T X in regression.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5532120"/>
            <a:ext cx="11247120" cy="65836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532120"/>
            <a:ext cx="731520" cy="65836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55321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532120"/>
            <a:ext cx="101498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two transformations: first scale an image, then rotate it.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6 - Linear Algebra | Breakout Activity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6517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worksheet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 this in as a team (copy into your channel)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920240" cy="56692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965960"/>
            <a:ext cx="19202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1965960"/>
            <a:ext cx="2743200" cy="56692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77440" y="1965960"/>
            <a:ext cx="27432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 (1-5)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1965960"/>
            <a:ext cx="6583680" cy="56692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965960"/>
            <a:ext cx="65836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operation? (one sentence)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253288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2532888"/>
            <a:ext cx="6583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328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192024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3099816"/>
            <a:ext cx="274320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3099816"/>
            <a:ext cx="658368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0998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366674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3666744"/>
            <a:ext cx="6583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6667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192024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4233672"/>
            <a:ext cx="274320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4233672"/>
            <a:ext cx="658368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42336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800600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480060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4800600"/>
            <a:ext cx="6583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800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5367528"/>
            <a:ext cx="192024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5367528"/>
            <a:ext cx="274320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5367528"/>
            <a:ext cx="658368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53675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6 - Linear Algebra | Breakout Activity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363</Words>
  <Application>Microsoft Office PowerPoint</Application>
  <PresentationFormat>Widescreen</PresentationFormat>
  <Paragraphs>82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Dilrabo Khidirova</cp:lastModifiedBy>
  <cp:revision>2</cp:revision>
  <dcterms:created xsi:type="dcterms:W3CDTF">2026-09-16T14:46:11Z</dcterms:created>
  <dcterms:modified xsi:type="dcterms:W3CDTF">2026-09-16T14:55:39Z</dcterms:modified>
</cp:coreProperties>
</file>