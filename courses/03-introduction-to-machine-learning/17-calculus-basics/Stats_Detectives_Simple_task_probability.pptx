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97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team game. One slide per team, a tiny calculation and three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 only. Mention the AutoCode and ReadMe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come from the lesson: fishing nets (CI), staircase (ECDF), connections (chi-squared), gap (KS).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The Fishing Nets. 12 minutes to solve and fill stickers, then present by reading the 3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The Stair Climbers. 12 minutes to solve and fill stickers, then present by reading the 3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The Pattern Hunters. 12 minutes to solve and fill stickers, then present by reading the 3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The Gap Finders. 12 minutes to solve and fill stickers, then present by reading the 3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strict time: about 45 seconds per team. Applaud each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Stats Detectives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  |  4 mini cases  |  12 minutes to solve  |  3 minutes to present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1188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611880" cy="12801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SOLVE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team slide. Do the 3 small steps. Type in the boxes.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61188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463040"/>
            <a:ext cx="3611880" cy="1280160"/>
          </a:xfrm>
          <a:prstGeom prst="rect">
            <a:avLst/>
          </a:prstGeom>
          <a:solidFill>
            <a:srgbClr val="CEDB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12 min)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3 lime stickers: What is it? / Our answer / Where in ML?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61188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463040"/>
            <a:ext cx="3611880" cy="128016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3 stickers aloud. That's it!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the same 4 tools are your AutoCode exercises (individual, checked by unit tests). The ReadMe explains anything we did not cover.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the teams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97480" cy="4206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Fishing Nets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148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114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46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true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128" y="1463040"/>
            <a:ext cx="2697480" cy="420624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10128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Stair Climbers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584448" y="4114800"/>
            <a:ext cx="2148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4448" y="4114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4846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data staircase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697480" cy="420624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63056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Pattern Hunters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37376" y="4114800"/>
            <a:ext cx="2148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4114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4846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connections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15984" y="1463040"/>
            <a:ext cx="2697480" cy="420624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15984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Finders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290304" y="4114800"/>
            <a:ext cx="2148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0304" y="4114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KS test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4846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biggest gap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1:  The Fishing Nets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interval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newspaper says: "Students sleep 8 hours a night."  We asked 9 students.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20040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sleep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hours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1874520"/>
            <a:ext cx="320040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(SE)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718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this: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375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Low end  =  7 - 2 × 0.4  =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57200" y="40873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High end =  7 + 2 × 0.4  =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57200" y="48371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8 inside [low, high]?  Is the newspaper right?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202936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498080" y="1280160"/>
            <a:ext cx="4251960" cy="4937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3 stickers (we present these)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26680" y="182880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6384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it? (1 sentence)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329184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8638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26680" y="475488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863840" y="4846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is it used in ML?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2:  The Stair Climbers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ECDF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late to class for 10 students (already sorted):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15568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73936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73936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32304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32304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090672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90672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49040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49040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407408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07408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65776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65776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724144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24144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82512" y="1874520"/>
            <a:ext cx="585216" cy="68580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2512" y="1874520"/>
            <a:ext cx="585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432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A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this: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1089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students were late 2 minutes or less?   ___ of 10  =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7200" y="38587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ECDF(2) = that number / 10  =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457200" y="46085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 what % of students were (almost) on time?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974336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98080" y="1280160"/>
            <a:ext cx="4251960" cy="4937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3 stickers (we present these)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26680" y="182880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86384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it? (1 sentence)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26680" y="329184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8638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26680" y="475488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863840" y="4846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is it used in ML?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3:  The Pattern Hunters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Chi-squared test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delivery apps. Is being LATE connected to the app?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371600" cy="402336"/>
          </a:xfrm>
          <a:prstGeom prst="rect">
            <a:avLst/>
          </a:prstGeom>
          <a:solidFill>
            <a:srgbClr val="D35D47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874520"/>
            <a:ext cx="1737360" cy="402336"/>
          </a:xfrm>
          <a:prstGeom prst="rect">
            <a:avLst/>
          </a:prstGeom>
          <a:solidFill>
            <a:srgbClr val="D35D47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874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(real)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3474720" cy="402336"/>
          </a:xfrm>
          <a:prstGeom prst="rect">
            <a:avLst/>
          </a:prstGeom>
          <a:solidFill>
            <a:srgbClr val="D35D47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874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(if app did not matter)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1371600" cy="402336"/>
          </a:xfrm>
          <a:prstGeom prst="rect">
            <a:avLst/>
          </a:prstGeom>
          <a:solidFill>
            <a:srgbClr val="F6F6F6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276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2276856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8800" y="22768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2276856"/>
            <a:ext cx="3474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22768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1371600" cy="402336"/>
          </a:xfrm>
          <a:prstGeom prst="rect">
            <a:avLst/>
          </a:prstGeom>
          <a:solidFill>
            <a:srgbClr val="F6F6F6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679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26791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28800" y="26791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66160" y="2679192"/>
            <a:ext cx="3474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6791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644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35D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this: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6301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app is late MORE than expected?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995928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57200" y="43799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team computed χ² = 9.9.  Rule: if χ² &gt; 3.84 -&gt; connected.  Connected?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745736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7200" y="51297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Would you use 'app' as a feature to predict lateness?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5495544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498080" y="1280160"/>
            <a:ext cx="4251960" cy="4937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3 stickers (we present these)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26680" y="182880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86384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it? (1 sentence)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26680" y="329184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8638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26680" y="475488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863840" y="4846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is it used in ML?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4:  The Gap Finders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0" y="274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Two-sample KS test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spending change after an ad? (share of orders ≤ x dollars)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194560" cy="402336"/>
          </a:xfrm>
          <a:prstGeom prst="rect">
            <a:avLst/>
          </a:prstGeom>
          <a:solidFill>
            <a:srgbClr val="263852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 ($)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874520"/>
            <a:ext cx="2194560" cy="402336"/>
          </a:xfrm>
          <a:prstGeom prst="rect">
            <a:avLst/>
          </a:prstGeom>
          <a:solidFill>
            <a:srgbClr val="263852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874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2194560" cy="402336"/>
          </a:xfrm>
          <a:prstGeom prst="rect">
            <a:avLst/>
          </a:prstGeom>
          <a:solidFill>
            <a:srgbClr val="263852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874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2194560" cy="402336"/>
          </a:xfrm>
          <a:prstGeom prst="rect">
            <a:avLst/>
          </a:prstGeom>
          <a:solidFill>
            <a:srgbClr val="F6F6F6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2768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2276856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22768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276856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768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2194560" cy="402336"/>
          </a:xfrm>
          <a:prstGeom prst="rect">
            <a:avLst/>
          </a:prstGeom>
          <a:solidFill>
            <a:srgbClr val="F6F6F6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679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2679192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2679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679192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679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081528"/>
            <a:ext cx="2194560" cy="402336"/>
          </a:xfrm>
          <a:prstGeom prst="rect">
            <a:avLst/>
          </a:prstGeom>
          <a:solidFill>
            <a:srgbClr val="F6F6F6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081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3081528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51760" y="3081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081528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8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081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667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this: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3250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Gap at each x = Before - After:   12: ___   14: ___   16: ___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398264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457200" y="47823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Biggest gap D =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5148072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457200" y="55321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Rule: if D ≥ 0.8 -&gt; spending CHANGED.  Did the ad work?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5897880"/>
            <a:ext cx="66751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4251960" cy="4937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3 stickers (we present these)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26680" y="182880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86384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it? (1 sentence)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26680" y="329184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8638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4754880"/>
            <a:ext cx="3794760" cy="1325880"/>
          </a:xfrm>
          <a:prstGeom prst="rect">
            <a:avLst/>
          </a:prstGeom>
          <a:solidFill>
            <a:srgbClr val="CEDB56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863840" y="4846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is it used in ML?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371600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Practice  |  Stats Detectives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 in 3 minutes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team: about 45 seconds. Just read your 3 stickers.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651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"Our tool is ... . It means ... ."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6118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"Our answer: ... ."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"In ML, it is used for ... ."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814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Dilrabo Khidirova</cp:lastModifiedBy>
  <cp:revision>2</cp:revision>
  <dcterms:created xsi:type="dcterms:W3CDTF">2026-09-23T15:23:10Z</dcterms:created>
  <dcterms:modified xsi:type="dcterms:W3CDTF">2026-09-23T15:41:20Z</dcterms:modified>
</cp:coreProperties>
</file>