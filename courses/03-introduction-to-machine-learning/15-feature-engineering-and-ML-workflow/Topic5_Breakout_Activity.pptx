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12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Breakout Activity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017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the Messy Dataset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problem, sort it into the right group, and pick the feature-engineering fix.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3-4   |   10 minutes   |   then present your table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mission in the breakout room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messy dataset on the next slide. Something is wrong in every column.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5 problems. Write down which column and what is wrong.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problem to its problem-group and the correct fix (the fix menu slide).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526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worksheet: problem -&gt; group -&gt; fix -&gt; one sentence WHY.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49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5349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shows your team's completed table to the class.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5 - Feature Engineering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data - what is wrong here?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00584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128016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237744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201168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011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2011680"/>
            <a:ext cx="237744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satisfaction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5786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63040" y="257860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257860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2578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20640" y="257860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25786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32320" y="257860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2578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10058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1455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463040" y="3145536"/>
            <a:ext cx="12801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6304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43200" y="3145536"/>
            <a:ext cx="23774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20640" y="3145536"/>
            <a:ext cx="201168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31455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32320" y="3145536"/>
            <a:ext cx="23774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3712464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7124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463040" y="3712464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6304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(blank)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743200" y="371246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43200" y="37124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Namangan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120640" y="371246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0" y="37124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132320" y="371246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0" y="37124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57200" y="4279392"/>
            <a:ext cx="10058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42793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463040" y="4279392"/>
            <a:ext cx="128016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46304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743200" y="4279392"/>
            <a:ext cx="23774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43200" y="4279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Fergana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120640" y="4279392"/>
            <a:ext cx="201168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20640" y="4279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999999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132320" y="4279392"/>
            <a:ext cx="2377440" cy="566928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32320" y="4279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57200" y="484632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4846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463040" y="484632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46304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2743200" y="484632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743200" y="4846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120640" y="48463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0" y="4846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(blank)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132320" y="484632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132320" y="4846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look for text where numbers should be, empty cells, a value that is far too big, and columns whose sizes do not match.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5 - Feature Engineering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groups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 each problem into one of these 5 groups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57400"/>
            <a:ext cx="77724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3055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instead of numbers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05740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stores words, not values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77724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9535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88036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cells are empty (blank / NaN)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03320"/>
            <a:ext cx="77724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70332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764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outlier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70332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is far bigger/smaller than the rest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526280"/>
            <a:ext cx="77724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5262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59943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 scales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52628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numeric columns cover very different ranges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34924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349240"/>
            <a:ext cx="777240" cy="74980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534924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42239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Ordered categories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5349240"/>
            <a:ext cx="6035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that have a real order (low&lt;mid&lt;high)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5 - Feature Engineering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menu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5 feature-engineering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3055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One-hot encoding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05740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unordered text into 0/1 columns (one per category)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9535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Ordinal encoding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8803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ordered categories to numbers: low=0, mid=1, high=2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764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Imputation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7033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empty cells (median for numbers, mode for text)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5994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 capping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452628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the extreme value to the IQR boundary (or remove it)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4223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53492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columns on one range (StandardScaler: mean 0, std 1)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5 - Feature Engineering | Breakout Activity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worksheet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this in as a team (copy into your channel)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548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011680"/>
            <a:ext cx="164592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011680"/>
            <a:ext cx="164592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246888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2011680"/>
            <a:ext cx="24688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wrong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155448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011680"/>
            <a:ext cx="15544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(A-E)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011680"/>
            <a:ext cx="182880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011680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to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2011680"/>
            <a:ext cx="3200400" cy="60350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11680"/>
            <a:ext cx="32004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(one sentence)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615184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615184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15184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615184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615184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61518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54864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218688"/>
            <a:ext cx="164592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3218688"/>
            <a:ext cx="246888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218688"/>
            <a:ext cx="155448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218688"/>
            <a:ext cx="18288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3218688"/>
            <a:ext cx="32004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21868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22192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822192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3822192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3822192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3822192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3822192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382219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4425696"/>
            <a:ext cx="54864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4425696"/>
            <a:ext cx="164592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4425696"/>
            <a:ext cx="246888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4425696"/>
            <a:ext cx="155448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4425696"/>
            <a:ext cx="18288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4425696"/>
            <a:ext cx="32004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42569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" y="5029200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5029200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20640" y="5029200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0" y="5029200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5029200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7200" y="502920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4173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5 - Feature Engineering | Breakout Activity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Widescreen</PresentationFormat>
  <Paragraphs>113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Dilrabo Khidirova</cp:lastModifiedBy>
  <cp:revision>2</cp:revision>
  <dcterms:created xsi:type="dcterms:W3CDTF">2026-09-16T14:34:29Z</dcterms:created>
  <dcterms:modified xsi:type="dcterms:W3CDTF">2026-09-16T14:48:07Z</dcterms:modified>
</cp:coreProperties>
</file>