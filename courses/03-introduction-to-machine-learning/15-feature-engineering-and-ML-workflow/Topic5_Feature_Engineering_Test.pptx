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0303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Topic 5: Feature Engineering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- 10 Questions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the main goal of feature engineering?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raw, messy data into a clean numerical table a model can learn from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algorithm to train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number of rows in the dataset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a feature matrix X, what does one ROW represent?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feature (a column)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sample (a single observation)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variable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Which technique turns a text category like "city" into numbers with no fake order?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Binning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should you use ORDINAL encoding instead of one-hot?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categories have a real order (low &lt; medium &lt; high)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are too many rows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Always, because it uses fewer columns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numeric column has a few extreme outliers. Which imputation value is most robust?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value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Using the IQR rule, np.clip(x, low, high) will: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outlier rows completely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outliers to the boundary, keeping the array length the same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all values with the mean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Q7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do we scale features before KNN or logistic regression?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large-number columns don't dominate just because of their units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missing values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convert text into numbers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Q8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StandardScaler (z = (x - mean) / std) produces data with: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always between 0 and 1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0 and standard deviation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positive values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Q9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data leakage in feature engineering?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rows when you drop missing values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information influencing training (e.g. fitting a scaler on all data)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too many feature columns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502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Q10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658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Which feature selection method drives useless coefficients to exactly zero?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71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 - an embedded method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40233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23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correlation filter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074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0749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Feature Elimination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Fergana |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430</Words>
  <Application>Microsoft Office PowerPoint</Application>
  <PresentationFormat>Widescreen</PresentationFormat>
  <Paragraphs>124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Dilrabo Khidirova</cp:lastModifiedBy>
  <cp:revision>3</cp:revision>
  <dcterms:created xsi:type="dcterms:W3CDTF">2026-09-16T13:44:14Z</dcterms:created>
  <dcterms:modified xsi:type="dcterms:W3CDTF">2026-09-17T05:13:46Z</dcterms:modified>
</cp:coreProperties>
</file>