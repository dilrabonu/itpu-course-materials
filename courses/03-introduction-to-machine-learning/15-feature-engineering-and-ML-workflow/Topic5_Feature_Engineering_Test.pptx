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Topic 5: Feature Engineering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- 10 Questions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A, B, or C. Answers are on the final slide.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the main goal of feature engineering?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raw, messy data into a clean numerical table a model can learn from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algorithm to train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number of rows in the dataset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a feature matrix X, what does one ROW represent?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(a column)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(a single observation)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variable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technique turns a text category like "city" into numbers with no fake order?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should you use ORDINAL encoding instead of one-hot?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categories have a real order (low &lt; medium &lt; high)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are too many rows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Always, because it uses fewer columns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numeric column has a few extreme outliers. Which imputation value is most robust?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value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the IQR rule, np.clip(x, low, high) will: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outlier rows completely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outliers to the boundary, keeping the array length the same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values with the mean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do we scale features before KNN or logistic regression?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large-number columns don't dominate just because of their units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remove missing values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convert text into numbers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StandardScaler (z = (x - mean) / std) produces data with: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always between 0 and 1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0 and standard deviation 1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positive values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Q9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data leakage in feature engineering?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rows when you drop missing values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information influencing training (e.g. fitting a scaler on all data)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too many feature columns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58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feature selection method drives useless coefficients to exactly zero?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71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- an embedded method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23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filter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074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 Elimination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 |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 Key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169164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554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raw, messy data into a clean numerical table a model can learn from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514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645920" y="265176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459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5146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(a single observation)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474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645920" y="361188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459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474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4348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645920" y="457200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64592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434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categories have a real order (low &lt; medium &lt; high)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5394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Q5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645920" y="553212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64592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53949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55448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46520" y="1554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Q6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406640" y="169164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6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1554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outliers to the boundary, keeping the array length the same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251460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46520" y="2514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Q7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406640" y="265176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066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25146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large-number columns don't dominate just because of their units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47472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46520" y="3474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Q8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406640" y="361188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4066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0" y="3474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0 and standard deviation 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443484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46520" y="44348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Q9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7406640" y="457200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40664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4434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information influencing training (e.g. fitting a scaler on all data)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09360" y="5394960"/>
            <a:ext cx="5349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46520" y="5394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Q10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7406640" y="5532120"/>
            <a:ext cx="548640" cy="5486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40664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400" dirty="0"/>
          </a:p>
        </p:txBody>
      </p:sp>
      <p:sp>
        <p:nvSpPr>
          <p:cNvPr id="52" name="Text 50"/>
          <p:cNvSpPr txBox="1"/>
          <p:nvPr/>
        </p:nvSpPr>
        <p:spPr>
          <a:xfrm>
            <a:off x="8138160" y="53949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- an embedded method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2026-09-16T13:44:14Z</dcterms:created>
  <dcterms:modified xsi:type="dcterms:W3CDTF">2026-09-16T13:44:14Z</dcterms:modified>
</cp:coreProperties>
</file>