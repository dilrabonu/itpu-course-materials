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 setup: create a QUIZ COMPETITION (not a normal quiz) so the leaderboard appears. Each question below = one 'Select Answer' slide with the four options; mark the correct one. Points are awarded for correctness AND speed, and Menti shows the leaderboard between questions. Put your join code where it says ________.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A — Data. Raw, discrete facts with no context or meaning yet (e.g. loose numbers like '318', '3:35').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B — Information. Data + context = meaning (e.g. a route table: E271 → 318 km → 3:35).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D — 256. A byte = 8 bits, each with 2 states, so 2⁸ = 256.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B — Digital. Discrete levels are more stable and less affected by noise than a continuous analog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A — Analog. It can take any value within range and is continuous in time; digital is discrete.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A — 27.  16+8+0+2+1 = 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C — 170.  128+0+32+0+8+0+2+0 = 170.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C — 101101.  45 = 32+8+4+1 = 101101₂.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D — 1100011.  99 = 64+32+2+1 = 1100011₂.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C — 96.  Group in 4 bits: 1001 0110 = 9 6 = 96₁₆.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 shows the final leaderboard automatically at the end of a Quiz Competition — this slide is a visual placeholder. Congratulate the top 3, then transition to review any questions most people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B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iTPU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EPAM SCHOOL of Digital Engineering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COMPETITION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Challenge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703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 ·  The Digital World  +  Number Bases &amp; Binary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864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+ correct wins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3218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are higher the quicker you answer correctly.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47091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4864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after each Q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53218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players are shown between questions.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47091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4864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 your phone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53218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menti.com  ·  code ________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EF5B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915400" y="4572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E4F4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154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points for correct + speed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 of the knowledge pyramid is unorganised, raw facts with no context?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 a Menti “Quiz Competition → Select Answer” slide. Correct answer is in the teacher notes.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iTPU</a:t>
            </a:r>
            <a:pPr indent="0" marL="0">
              <a:buNone/>
            </a:pPr>
            <a:r>
              <a:rPr lang="en-US" sz="900" b="1" dirty="0">
                <a:solidFill>
                  <a:srgbClr val="5B6B7A"/>
                </a:solidFill>
              </a:rPr>
              <a:t>  /  EPAM SCHOOL </a:t>
            </a:r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of Digital Engineering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29284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EF5B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915400" y="4572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E4F4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154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points for correct + speed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 is organised or structured data, given meaning by context?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 a Menti “Quiz Competition → Select Answer” slide. Correct answer is in the teacher notes.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iTPU</a:t>
            </a:r>
            <a:pPr indent="0" marL="0">
              <a:buNone/>
            </a:pPr>
            <a:r>
              <a:rPr lang="en-US" sz="900" b="1" dirty="0">
                <a:solidFill>
                  <a:srgbClr val="5B6B7A"/>
                </a:solidFill>
              </a:rPr>
              <a:t>  /  EPAM SCHOOL </a:t>
            </a:r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of Digital Engineering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29284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EF5B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915400" y="4572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E4F4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154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points for correct + speed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different values can a single byte represent?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 a Menti “Quiz Competition → Select Answer” slide. Correct answer is in the teacher notes.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iTPU</a:t>
            </a:r>
            <a:pPr indent="0" marL="0">
              <a:buNone/>
            </a:pPr>
            <a:r>
              <a:rPr lang="en-US" sz="900" b="1" dirty="0">
                <a:solidFill>
                  <a:srgbClr val="5B6B7A"/>
                </a:solidFill>
              </a:rPr>
              <a:t>  /  EPAM SCHOOL </a:t>
            </a:r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of Digital Engineering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29284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EF5B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915400" y="4572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E4F4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154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points for correct + speed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type of signal is more noise-immune?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signal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signal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equally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 a Menti “Quiz Competition → Select Answer” slide. Correct answer is in the teacher notes.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iTPU</a:t>
            </a:r>
            <a:pPr indent="0" marL="0">
              <a:buNone/>
            </a:pPr>
            <a:r>
              <a:rPr lang="en-US" sz="900" b="1" dirty="0">
                <a:solidFill>
                  <a:srgbClr val="5B6B7A"/>
                </a:solidFill>
              </a:rPr>
              <a:t>  /  EPAM SCHOOL </a:t>
            </a:r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of Digital Engineering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29284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EF5B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915400" y="4572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E4F4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154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points for correct + speed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type of signal is continuous by level within the acceptable range?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signal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signal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signal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 a Menti “Quiz Competition → Select Answer” slide. Correct answer is in the teacher notes.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iTPU</a:t>
            </a:r>
            <a:pPr indent="0" marL="0">
              <a:buNone/>
            </a:pPr>
            <a:r>
              <a:rPr lang="en-US" sz="900" b="1" dirty="0">
                <a:solidFill>
                  <a:srgbClr val="5B6B7A"/>
                </a:solidFill>
              </a:rPr>
              <a:t>  /  EPAM SCHOOL </a:t>
            </a:r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of Digital Engineering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29284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EF5B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915400" y="4572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E4F4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154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points for correct + speed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binary number  11011₂  to decimal.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 a Menti “Quiz Competition → Select Answer” slide. Correct answer is in the teacher notes.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iTPU</a:t>
            </a:r>
            <a:pPr indent="0" marL="0">
              <a:buNone/>
            </a:pPr>
            <a:r>
              <a:rPr lang="en-US" sz="900" b="1" dirty="0">
                <a:solidFill>
                  <a:srgbClr val="5B6B7A"/>
                </a:solidFill>
              </a:rPr>
              <a:t>  /  EPAM SCHOOL </a:t>
            </a:r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of Digital Engineering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29284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EF5B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915400" y="4572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E4F4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154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points for correct + speed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binary number  10101010₂  to decimal.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 a Menti “Quiz Competition → Select Answer” slide. Correct answer is in the teacher notes.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iTPU</a:t>
            </a:r>
            <a:pPr indent="0" marL="0">
              <a:buNone/>
            </a:pPr>
            <a:r>
              <a:rPr lang="en-US" sz="900" b="1" dirty="0">
                <a:solidFill>
                  <a:srgbClr val="5B6B7A"/>
                </a:solidFill>
              </a:rPr>
              <a:t>  /  EPAM SCHOOL </a:t>
            </a:r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of Digital Engineering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29284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EF5B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915400" y="4572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E4F4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154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points for correct + speed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decimal number  45₁₀  to binary.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101010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101101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110011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 a Menti “Quiz Competition → Select Answer” slide. Correct answer is in the teacher notes.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iTPU</a:t>
            </a:r>
            <a:pPr indent="0" marL="0">
              <a:buNone/>
            </a:pPr>
            <a:r>
              <a:rPr lang="en-US" sz="900" b="1" dirty="0">
                <a:solidFill>
                  <a:srgbClr val="5B6B7A"/>
                </a:solidFill>
              </a:rPr>
              <a:t>  /  EPAM SCHOOL </a:t>
            </a:r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of Digital Engineering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29284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EF5B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915400" y="4572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E4F4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154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points for correct + speed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decimal number  99₁₀  to binary.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1001001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1010101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1100011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 a Menti “Quiz Competition → Select Answer” slide. Correct answer is in the teacher notes.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iTPU</a:t>
            </a:r>
            <a:pPr indent="0" marL="0">
              <a:buNone/>
            </a:pPr>
            <a:r>
              <a:rPr lang="en-US" sz="900" b="1" dirty="0">
                <a:solidFill>
                  <a:srgbClr val="5B6B7A"/>
                </a:solidFill>
              </a:rPr>
              <a:t>  /  EPAM SCHOOL </a:t>
            </a:r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of Digital Engineering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29284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EF5B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915400" y="4572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E4F4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154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points for correct + speed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binary number  10010110₂  to hexadecimal.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9260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823460"/>
            <a:ext cx="731520" cy="73152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8234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526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 a Menti “Quiz Competition → Select Answer” slide. Correct answer is in the teacher notes.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iTPU</a:t>
            </a:r>
            <a:pPr indent="0" marL="0">
              <a:buNone/>
            </a:pPr>
            <a:r>
              <a:rPr lang="en-US" sz="900" b="1" dirty="0">
                <a:solidFill>
                  <a:srgbClr val="5B6B7A"/>
                </a:solidFill>
              </a:rPr>
              <a:t>  /  EPAM SCHOOL </a:t>
            </a:r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</a:rPr>
              <a:t>of Digital Engineering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29284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B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Leaderboard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286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players of the challenge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3154680"/>
            <a:ext cx="548640" cy="548640"/>
          </a:xfrm>
          <a:prstGeom prst="ellipse">
            <a:avLst/>
          </a:prstGeom>
          <a:solidFill>
            <a:srgbClr val="EF5B5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17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3017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place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4114800"/>
            <a:ext cx="548640" cy="54864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977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977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place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93776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5074920"/>
            <a:ext cx="548640" cy="54864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937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937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place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done, everyone — activity in contact hours can add up to +100 merits!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iTPU</a:t>
            </a:r>
            <a:pPr indent="0" marL="0">
              <a:buNone/>
            </a:pPr>
            <a:r>
              <a:rPr lang="en-US" sz="900" b="1" dirty="0">
                <a:solidFill>
                  <a:srgbClr val="CDEFF7"/>
                </a:solidFill>
              </a:rPr>
              <a:t>  /  EPAM SCHOOL </a:t>
            </a:r>
            <a:pPr indent="0" marL="0">
              <a:buNone/>
            </a:pPr>
            <a:r>
              <a:rPr lang="en-US" sz="800" dirty="0">
                <a:solidFill>
                  <a:srgbClr val="CDEFF7"/>
                </a:solidFill>
              </a:rPr>
              <a:t>of Digital Engineering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29284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EFF7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2026-09-27T14:36:34Z</dcterms:created>
  <dcterms:modified xsi:type="dcterms:W3CDTF">2026-09-27T14:36:34Z</dcterms:modified>
</cp:coreProperties>
</file>